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  <Relationship Id='rId8' Target='slides/slide3.xml' Type='http://schemas.openxmlformats.org/officeDocument/2006/relationships/slide' />
  <Relationship Id='rId9' Target='slides/slide4.xml' Type='http://schemas.openxmlformats.org/officeDocument/2006/relationships/slide' />
  <Relationship Id='rId10' Target='slides/slide5.xml' Type='http://schemas.openxmlformats.org/officeDocument/2006/relationships/slide' />
  <Relationship Id='rId11' Target='slides/slide6.xml' Type='http://schemas.openxmlformats.org/officeDocument/2006/relationships/slide' />
  <Relationship Id='rId12' Target='slides/slide7.xml' Type='http://schemas.openxmlformats.org/officeDocument/2006/relationships/slide' />
  <Relationship Id='rId13' Target='slides/slide8.xml' Type='http://schemas.openxmlformats.org/officeDocument/2006/relationships/slide' />
  <Relationship Id='rId14' Target='slides/slide9.xml' Type='http://schemas.openxmlformats.org/officeDocument/2006/relationships/slide' />
  <Relationship Id='rId15' Target='slides/slide10.xml' Type='http://schemas.openxmlformats.org/officeDocument/2006/relationships/slide' />
  <Relationship Id='rId16' Target='slides/slide11.xml' Type='http://schemas.openxmlformats.org/officeDocument/2006/relationships/slide' />
  <Relationship Id='rId17' Target='slides/slide12.xml' Type='http://schemas.openxmlformats.org/officeDocument/2006/relationships/slide' />
  <Relationship Id='rId18' Target='slides/slide13.xml' Type='http://schemas.openxmlformats.org/officeDocument/2006/relationships/slide' />
  <Relationship Id='rId19' Target='slides/slide14.xml' Type='http://schemas.openxmlformats.org/officeDocument/2006/relationships/slide' />
  <Relationship Id='rId20' Target='slides/slide15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6' Target='https://public.tableau.com/views/Book1_17891345213030/Story1' TargetMode='External' Type='http://schemas.openxmlformats.org/officeDocument/2006/relationships/hyperlink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3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8' Target='../media/image2.png' Type='http://schemas.openxmlformats.org/officeDocument/2006/relationships/image' />
</Relationships>

</file>

<file path=ppt/slides/_rels/slide4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9' Target='../media/image3.png' Type='http://schemas.openxmlformats.org/officeDocument/2006/relationships/image' />
</Relationships>

</file>

<file path=ppt/slides/_rels/slide5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0' Target='../media/image4.png' Type='http://schemas.openxmlformats.org/officeDocument/2006/relationships/image' />
</Relationships>

</file>

<file path=ppt/slides/_rels/slide6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1' Target='../media/image5.png' Type='http://schemas.openxmlformats.org/officeDocument/2006/relationships/image' />
</Relationships>

</file>

<file path=ppt/slides/_rels/slide7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2' Target='../media/image6.png' Type='http://schemas.openxmlformats.org/officeDocument/2006/relationships/image' />
</Relationships>

</file>

<file path=ppt/slides/_rels/slide8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3' Target='../media/image7.png' Type='http://schemas.openxmlformats.org/officeDocument/2006/relationships/image' />
</Relationships>

</file>

<file path=ppt/slides/_rels/slide9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4' Target='../media/image8.png' Type='http://schemas.openxmlformats.org/officeDocument/2006/relationships/image' />
</Relationships>

</file>

<file path=ppt/slides/_rels/slide10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5' Target='../media/image9.png' Type='http://schemas.openxmlformats.org/officeDocument/2006/relationships/image' />
</Relationships>

</file>

<file path=ppt/slides/_rels/slide1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6' Target='../media/image10.png' Type='http://schemas.openxmlformats.org/officeDocument/2006/relationships/image' />
</Relationships>

</file>

<file path=ppt/slides/_rels/slide1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7' Target='../media/image11.png' Type='http://schemas.openxmlformats.org/officeDocument/2006/relationships/image' />
</Relationships>

</file>

<file path=ppt/slides/_rels/slide13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8' Target='../media/image12.png' Type='http://schemas.openxmlformats.org/officeDocument/2006/relationships/image' />
</Relationships>

</file>

<file path=ppt/slides/_rels/slide14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9' Target='../media/image13.png' Type='http://schemas.openxmlformats.org/officeDocument/2006/relationships/image' />
</Relationships>

</file>

<file path=ppt/slides/_rels/slide15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20' Target='../media/image14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588BBDEB-FDC2-498F-80B4-A18C4B3929A4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 dirty="0" lang="en-us">
                <a:hlinkClick r:id="rId6"/>
              </a:rPr>
              <a:t>Book1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0760FB88-20C3-46D6-A5F0-3E25E3A20389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9/11/2026 2:19:50 PM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1_Global_Spread" id="2" name="slide2">
            <a:extLst>
              <a:ext uri="{FF2B5EF4-FFF2-40B4-BE49-F238E27FC236}">
                <a16:creationId xmlns:a16="http://schemas.microsoft.com/office/drawing/2014/main" id="{CAA0E293-5F97-4462-9A48-5C00CDD4F90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645" y="0"/>
            <a:ext cx="1157470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2_Regional_Death_Rate" id="3" name="slide3">
            <a:extLst>
              <a:ext uri="{FF2B5EF4-FFF2-40B4-BE49-F238E27FC236}">
                <a16:creationId xmlns:a16="http://schemas.microsoft.com/office/drawing/2014/main" id="{E957D2EC-501B-4AAF-BB42-FF205A9DEBB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589330"/>
            <a:ext cx="12192000" cy="1679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3_Severity_vs_Recovery" id="4" name="slide4">
            <a:extLst>
              <a:ext uri="{FF2B5EF4-FFF2-40B4-BE49-F238E27FC236}">
                <a16:creationId xmlns:a16="http://schemas.microsoft.com/office/drawing/2014/main" id="{0F2D5065-F16A-49B9-BB32-023EFF662E8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7675" y="0"/>
            <a:ext cx="779664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4_Fastest_Accelerating" id="5" name="slide5">
            <a:extLst>
              <a:ext uri="{FF2B5EF4-FFF2-40B4-BE49-F238E27FC236}">
                <a16:creationId xmlns:a16="http://schemas.microsoft.com/office/drawing/2014/main" id="{C96FE8FF-ACFC-424B-8804-B012B774385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91861"/>
            <a:ext cx="12192000" cy="2474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5_Top 10 Countries by Death Rate" id="6" name="slide6">
            <a:extLst>
              <a:ext uri="{FF2B5EF4-FFF2-40B4-BE49-F238E27FC236}">
                <a16:creationId xmlns:a16="http://schemas.microsoft.com/office/drawing/2014/main" id="{BA4EBD2F-9D8A-4298-BE8D-DE48CCCB855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2010" y="1143000"/>
            <a:ext cx="288798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6_Region_Volume_vs_Severity" id="7" name="slide7">
            <a:extLst>
              <a:ext uri="{FF2B5EF4-FFF2-40B4-BE49-F238E27FC236}">
                <a16:creationId xmlns:a16="http://schemas.microsoft.com/office/drawing/2014/main" id="{974A98A1-C399-400C-88DD-9D5536622B0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434" y="0"/>
            <a:ext cx="1170313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7_Recovery_Leaders" id="8" name="slide8">
            <a:extLst>
              <a:ext uri="{FF2B5EF4-FFF2-40B4-BE49-F238E27FC236}">
                <a16:creationId xmlns:a16="http://schemas.microsoft.com/office/drawing/2014/main" id="{E5A0AE1A-C02D-4F5F-8EC0-B6EDB233F3F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3940" y="0"/>
            <a:ext cx="76441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y 11" id="9" name="slide9">
            <a:extLst>
              <a:ext uri="{FF2B5EF4-FFF2-40B4-BE49-F238E27FC236}">
                <a16:creationId xmlns:a16="http://schemas.microsoft.com/office/drawing/2014/main" id="{277A955B-AC64-4CDA-91E6-93EC417B0C29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34"/>
            <a:ext cx="12192000" cy="6855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y 12" id="10" name="slide10">
            <a:extLst>
              <a:ext uri="{FF2B5EF4-FFF2-40B4-BE49-F238E27FC236}">
                <a16:creationId xmlns:a16="http://schemas.microsoft.com/office/drawing/2014/main" id="{266632AC-A25A-4284-9DA3-2607A80481D4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34"/>
            <a:ext cx="12192000" cy="6855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y 13" id="11" name="slide11">
            <a:extLst>
              <a:ext uri="{FF2B5EF4-FFF2-40B4-BE49-F238E27FC236}">
                <a16:creationId xmlns:a16="http://schemas.microsoft.com/office/drawing/2014/main" id="{0F065602-4B0C-40EC-93B0-CBF2685F5702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34"/>
            <a:ext cx="12192000" cy="6855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y 14" id="12" name="slide12">
            <a:extLst>
              <a:ext uri="{FF2B5EF4-FFF2-40B4-BE49-F238E27FC236}">
                <a16:creationId xmlns:a16="http://schemas.microsoft.com/office/drawing/2014/main" id="{A8D71FED-0C72-43CB-A5BE-BD8A37C9A8D7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34"/>
            <a:ext cx="12192000" cy="6855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y 15" id="13" name="slide13">
            <a:extLst>
              <a:ext uri="{FF2B5EF4-FFF2-40B4-BE49-F238E27FC236}">
                <a16:creationId xmlns:a16="http://schemas.microsoft.com/office/drawing/2014/main" id="{51CF47FF-B3CD-4B70-9974-A7159040B54B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34"/>
            <a:ext cx="12192000" cy="6855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y 16" id="14" name="slide14">
            <a:extLst>
              <a:ext uri="{FF2B5EF4-FFF2-40B4-BE49-F238E27FC236}">
                <a16:creationId xmlns:a16="http://schemas.microsoft.com/office/drawing/2014/main" id="{AA1327B7-4798-4074-90D8-A64620677400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34"/>
            <a:ext cx="12192000" cy="6855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y 17" id="15" name="slide15">
            <a:extLst>
              <a:ext uri="{FF2B5EF4-FFF2-40B4-BE49-F238E27FC236}">
                <a16:creationId xmlns:a16="http://schemas.microsoft.com/office/drawing/2014/main" id="{7E5C2D6B-7860-409A-9388-53C10D03B7BC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34"/>
            <a:ext cx="12192000" cy="6855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15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2026-09-11T14:19:52Z</dcterms:created>
  <dcterms:modified xsi:type="dcterms:W3CDTF">2026-09-11T14:19:52Z</dcterms:modified>
</cp:coreProperties>
</file>